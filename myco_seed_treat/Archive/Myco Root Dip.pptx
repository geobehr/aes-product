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522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00CB-CBB5-4FFA-B3A3-5E297F261A04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C229A-A2B0-49CE-A687-0E25218EE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018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00CB-CBB5-4FFA-B3A3-5E297F261A04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C229A-A2B0-49CE-A687-0E25218EE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72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00CB-CBB5-4FFA-B3A3-5E297F261A04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C229A-A2B0-49CE-A687-0E25218EE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728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00CB-CBB5-4FFA-B3A3-5E297F261A04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C229A-A2B0-49CE-A687-0E25218EE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869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00CB-CBB5-4FFA-B3A3-5E297F261A04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C229A-A2B0-49CE-A687-0E25218EE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1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00CB-CBB5-4FFA-B3A3-5E297F261A04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C229A-A2B0-49CE-A687-0E25218EE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2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00CB-CBB5-4FFA-B3A3-5E297F261A04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C229A-A2B0-49CE-A687-0E25218EE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2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00CB-CBB5-4FFA-B3A3-5E297F261A04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C229A-A2B0-49CE-A687-0E25218EE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661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00CB-CBB5-4FFA-B3A3-5E297F261A04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C229A-A2B0-49CE-A687-0E25218EE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49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00CB-CBB5-4FFA-B3A3-5E297F261A04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C229A-A2B0-49CE-A687-0E25218EE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3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00CB-CBB5-4FFA-B3A3-5E297F261A04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C229A-A2B0-49CE-A687-0E25218EE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968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F00CB-CBB5-4FFA-B3A3-5E297F261A04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C229A-A2B0-49CE-A687-0E25218EE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67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ChangeArrowheads="1"/>
          </p:cNvSpPr>
          <p:nvPr/>
        </p:nvSpPr>
        <p:spPr bwMode="auto">
          <a:xfrm>
            <a:off x="228600" y="838200"/>
            <a:ext cx="8610600" cy="1676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b="1" dirty="0">
              <a:solidFill>
                <a:srgbClr val="FFFFFF"/>
              </a:solidFill>
              <a:latin typeface="Times New Roman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solidFill>
                  <a:prstClr val="black"/>
                </a:solidFill>
                <a:latin typeface="Times New Roman" pitchFamily="18" charset="0"/>
              </a:rPr>
              <a:t>Myco Root Dip </a:t>
            </a:r>
            <a:endParaRPr lang="en-US" altLang="en-US" sz="2800" b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prstClr val="black"/>
                </a:solidFill>
                <a:latin typeface="Times New Roman" pitchFamily="18" charset="0"/>
              </a:rPr>
              <a:t>ENDO and ECTO MYCORRHIZAL FUNGI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prstClr val="black"/>
                </a:solidFill>
                <a:latin typeface="Times New Roman" pitchFamily="18" charset="0"/>
              </a:rPr>
              <a:t>A DIVERSE BLEND OF NUTRIENTS AND SOIL MICROORGANISMS 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prstClr val="black"/>
                </a:solidFill>
                <a:latin typeface="Times New Roman" pitchFamily="18" charset="0"/>
              </a:rPr>
              <a:t>THAT AID IN REDUCING TRANSPLANT SHOCK, INCREASE NUTRIENT </a:t>
            </a:r>
            <a:r>
              <a:rPr lang="en-US" altLang="en-US" sz="1200" b="1" dirty="0">
                <a:solidFill>
                  <a:prstClr val="black"/>
                </a:solidFill>
                <a:latin typeface="Times New Roman" pitchFamily="18" charset="0"/>
              </a:rPr>
              <a:t>UPTAKE</a:t>
            </a:r>
            <a:endParaRPr lang="en-US" altLang="en-US" sz="1200" b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u="sng" dirty="0">
                <a:solidFill>
                  <a:prstClr val="black"/>
                </a:solidFill>
                <a:latin typeface="Times New Roman" pitchFamily="18" charset="0"/>
              </a:rPr>
              <a:t>ENHANCED WITH A MOISTURE RETENTION AGENT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 u="sng" dirty="0">
                <a:solidFill>
                  <a:srgbClr val="EEECE1"/>
                </a:solidFill>
                <a:latin typeface="Times New Roman" pitchFamily="18" charset="0"/>
              </a:rPr>
              <a:t>FOR USE WITH ALL ENDO AND ECTO MYCORRHIZAL PLANTS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b="1" dirty="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123907" name="Text Box 3"/>
          <p:cNvSpPr txBox="1">
            <a:spLocks noChangeArrowheads="1"/>
          </p:cNvSpPr>
          <p:nvPr/>
        </p:nvSpPr>
        <p:spPr bwMode="auto">
          <a:xfrm>
            <a:off x="362339" y="2438400"/>
            <a:ext cx="876300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prstClr val="black"/>
                </a:solidFill>
                <a:latin typeface="Times New Roman" pitchFamily="18" charset="0"/>
              </a:rPr>
              <a:t>INGREDIENTS: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u="sng" dirty="0" err="1">
                <a:solidFill>
                  <a:prstClr val="black"/>
                </a:solidFill>
                <a:latin typeface="Times New Roman" pitchFamily="18" charset="0"/>
              </a:rPr>
              <a:t>Endomycorrhizal</a:t>
            </a:r>
            <a:r>
              <a:rPr lang="en-US" altLang="en-US" sz="1200" b="1" u="sng" dirty="0">
                <a:solidFill>
                  <a:prstClr val="black"/>
                </a:solidFill>
                <a:latin typeface="Times New Roman" pitchFamily="18" charset="0"/>
              </a:rPr>
              <a:t>(VAM) species: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b="1" i="1" dirty="0">
                <a:solidFill>
                  <a:prstClr val="black"/>
                </a:solidFill>
                <a:latin typeface="Times New Roman" pitchFamily="18" charset="0"/>
              </a:rPr>
              <a:t>Glomus </a:t>
            </a:r>
            <a:r>
              <a:rPr lang="en-US" altLang="en-US" sz="1000" b="1" i="1" dirty="0" err="1">
                <a:solidFill>
                  <a:prstClr val="black"/>
                </a:solidFill>
                <a:latin typeface="Times New Roman" pitchFamily="18" charset="0"/>
              </a:rPr>
              <a:t>mosseae</a:t>
            </a:r>
            <a:r>
              <a:rPr lang="en-US" altLang="en-US" sz="1000" b="1" i="1" dirty="0">
                <a:solidFill>
                  <a:prstClr val="black"/>
                </a:solidFill>
                <a:latin typeface="Times New Roman" pitchFamily="18" charset="0"/>
              </a:rPr>
              <a:t>, Glomus </a:t>
            </a:r>
            <a:r>
              <a:rPr lang="en-US" altLang="en-US" sz="1000" b="1" i="1" dirty="0" err="1">
                <a:solidFill>
                  <a:prstClr val="black"/>
                </a:solidFill>
                <a:latin typeface="Times New Roman" pitchFamily="18" charset="0"/>
              </a:rPr>
              <a:t>intraradices</a:t>
            </a:r>
            <a:r>
              <a:rPr lang="en-US" altLang="en-US" sz="1000" b="1" i="1" dirty="0">
                <a:solidFill>
                  <a:prstClr val="black"/>
                </a:solidFill>
                <a:latin typeface="Times New Roman" pitchFamily="18" charset="0"/>
              </a:rPr>
              <a:t>, </a:t>
            </a:r>
            <a:r>
              <a:rPr lang="en-US" altLang="en-US" sz="1000" b="1" i="1" dirty="0">
                <a:solidFill>
                  <a:prstClr val="black"/>
                </a:solidFill>
                <a:latin typeface="Times New Roman" pitchFamily="18" charset="0"/>
              </a:rPr>
              <a:t>Glomus </a:t>
            </a:r>
            <a:r>
              <a:rPr lang="en-US" altLang="en-US" sz="1000" b="1" i="1" dirty="0" err="1">
                <a:solidFill>
                  <a:prstClr val="black"/>
                </a:solidFill>
                <a:latin typeface="Times New Roman" pitchFamily="18" charset="0"/>
              </a:rPr>
              <a:t>Etunicatum</a:t>
            </a:r>
            <a:r>
              <a:rPr lang="en-US" altLang="en-US" sz="1000" b="1" i="1" dirty="0">
                <a:solidFill>
                  <a:prstClr val="black"/>
                </a:solidFill>
                <a:latin typeface="Times New Roman" pitchFamily="18" charset="0"/>
              </a:rPr>
              <a:t>, </a:t>
            </a:r>
            <a:r>
              <a:rPr lang="en-US" altLang="en-US" sz="1000" b="1" i="1" dirty="0">
                <a:solidFill>
                  <a:prstClr val="black"/>
                </a:solidFill>
                <a:latin typeface="Times New Roman" pitchFamily="18" charset="0"/>
              </a:rPr>
              <a:t>Glomus </a:t>
            </a:r>
            <a:r>
              <a:rPr lang="en-US" altLang="en-US" sz="1000" b="1" i="1" dirty="0" err="1">
                <a:solidFill>
                  <a:prstClr val="black"/>
                </a:solidFill>
                <a:latin typeface="Times New Roman" pitchFamily="18" charset="0"/>
              </a:rPr>
              <a:t>clarum</a:t>
            </a:r>
            <a:r>
              <a:rPr lang="en-US" altLang="en-US" sz="1000" b="1" i="1" dirty="0">
                <a:solidFill>
                  <a:prstClr val="black"/>
                </a:solidFill>
                <a:latin typeface="Times New Roman" pitchFamily="18" charset="0"/>
              </a:rPr>
              <a:t>, Glomus </a:t>
            </a:r>
            <a:r>
              <a:rPr lang="en-US" altLang="en-US" sz="1000" b="1" i="1" dirty="0" err="1">
                <a:solidFill>
                  <a:prstClr val="black"/>
                </a:solidFill>
                <a:latin typeface="Times New Roman" pitchFamily="18" charset="0"/>
              </a:rPr>
              <a:t>deserticola</a:t>
            </a:r>
            <a:r>
              <a:rPr lang="en-US" altLang="en-US" sz="1000" b="1" i="1" dirty="0">
                <a:solidFill>
                  <a:prstClr val="black"/>
                </a:solidFill>
                <a:latin typeface="Times New Roman" pitchFamily="18" charset="0"/>
              </a:rPr>
              <a:t>, Glomus </a:t>
            </a:r>
            <a:r>
              <a:rPr lang="en-US" altLang="en-US" sz="1000" b="1" i="1" dirty="0" err="1">
                <a:solidFill>
                  <a:prstClr val="black"/>
                </a:solidFill>
                <a:latin typeface="Times New Roman" pitchFamily="18" charset="0"/>
              </a:rPr>
              <a:t>microaggregatum</a:t>
            </a:r>
            <a:endParaRPr lang="en-US" altLang="en-US" sz="1000" b="1" i="1" dirty="0">
              <a:solidFill>
                <a:prstClr val="black"/>
              </a:solidFill>
              <a:latin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00" b="1" i="1" u="sng" dirty="0">
              <a:solidFill>
                <a:prstClr val="black"/>
              </a:solidFill>
              <a:latin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prstClr val="black"/>
                </a:solidFill>
                <a:latin typeface="Times New Roman" pitchFamily="18" charset="0"/>
              </a:rPr>
              <a:t>Ectomycorrhizal species: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b="1" i="1" dirty="0" err="1">
                <a:solidFill>
                  <a:prstClr val="black"/>
                </a:solidFill>
                <a:latin typeface="Times New Roman" pitchFamily="18" charset="0"/>
              </a:rPr>
              <a:t>Pisolithus</a:t>
            </a:r>
            <a:r>
              <a:rPr lang="en-US" altLang="en-US" sz="1000" b="1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en-US" sz="1000" b="1" i="1" dirty="0" err="1">
                <a:solidFill>
                  <a:prstClr val="black"/>
                </a:solidFill>
                <a:latin typeface="Times New Roman" pitchFamily="18" charset="0"/>
              </a:rPr>
              <a:t>tinctorius</a:t>
            </a:r>
            <a:r>
              <a:rPr lang="en-US" altLang="en-US" sz="1000" b="1" i="1" dirty="0">
                <a:solidFill>
                  <a:prstClr val="black"/>
                </a:solidFill>
                <a:latin typeface="Times New Roman" pitchFamily="18" charset="0"/>
              </a:rPr>
              <a:t>, Scleroderma, </a:t>
            </a:r>
            <a:r>
              <a:rPr lang="en-US" altLang="en-US" sz="1000" b="1" i="1" dirty="0" err="1">
                <a:solidFill>
                  <a:prstClr val="black"/>
                </a:solidFill>
                <a:latin typeface="Times New Roman" pitchFamily="18" charset="0"/>
              </a:rPr>
              <a:t>Rhizopogon</a:t>
            </a:r>
            <a:endParaRPr lang="en-US" altLang="en-US" sz="1000" b="1" i="1" dirty="0">
              <a:solidFill>
                <a:prstClr val="black"/>
              </a:solidFill>
              <a:latin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00" b="1" dirty="0">
              <a:solidFill>
                <a:prstClr val="black"/>
              </a:solidFill>
              <a:latin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b="1" dirty="0">
              <a:solidFill>
                <a:srgbClr val="FFFFFF"/>
              </a:solidFill>
              <a:latin typeface="Times New Roman" pitchFamily="18" charset="0"/>
            </a:endParaRPr>
          </a:p>
        </p:txBody>
      </p:sp>
      <p:graphicFrame>
        <p:nvGraphicFramePr>
          <p:cNvPr id="1239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770096"/>
              </p:ext>
            </p:extLst>
          </p:nvPr>
        </p:nvGraphicFramePr>
        <p:xfrm>
          <a:off x="10896600" y="2057400"/>
          <a:ext cx="12954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Photo Editor Photo" r:id="rId3" imgW="3048426" imgH="2285714" progId="MSPhotoEd.3">
                  <p:embed/>
                </p:oleObj>
              </mc:Choice>
              <mc:Fallback>
                <p:oleObj name="Photo Editor Photo" r:id="rId3" imgW="3048426" imgH="2285714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96600" y="2057400"/>
                        <a:ext cx="1295400" cy="10668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09" name="Text Box 5"/>
          <p:cNvSpPr txBox="1">
            <a:spLocks noChangeArrowheads="1"/>
          </p:cNvSpPr>
          <p:nvPr/>
        </p:nvSpPr>
        <p:spPr bwMode="auto">
          <a:xfrm>
            <a:off x="362339" y="4114800"/>
            <a:ext cx="7848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914400" indent="-4572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 marL="1371600" indent="-4572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 marL="1828800" indent="-4572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 marL="2286000" indent="-4572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en-US" altLang="en-US" sz="1200" b="1" u="sng" dirty="0">
                <a:solidFill>
                  <a:prstClr val="black"/>
                </a:solidFill>
                <a:latin typeface="Times New Roman" pitchFamily="18" charset="0"/>
              </a:rPr>
              <a:t>1 LB PER 500 TRANSPLANTS</a:t>
            </a:r>
          </a:p>
          <a:p>
            <a:pPr eaLnBrk="0" fontAlgn="base" hangingPunct="0">
              <a:spcAft>
                <a:spcPct val="0"/>
              </a:spcAft>
            </a:pPr>
            <a:endParaRPr lang="en-US" altLang="en-US" sz="1200" b="1" dirty="0">
              <a:solidFill>
                <a:prstClr val="black"/>
              </a:solidFill>
              <a:latin typeface="Times New Roman" pitchFamily="18" charset="0"/>
            </a:endParaRPr>
          </a:p>
          <a:p>
            <a:pPr eaLnBrk="0" fontAlgn="base" hangingPunct="0">
              <a:spcAft>
                <a:spcPct val="0"/>
              </a:spcAft>
            </a:pPr>
            <a:r>
              <a:rPr lang="en-US" altLang="en-US" sz="1200" b="1" dirty="0">
                <a:solidFill>
                  <a:prstClr val="black"/>
                </a:solidFill>
                <a:latin typeface="Times New Roman" pitchFamily="18" charset="0"/>
              </a:rPr>
              <a:t>DIRECTIONS FOR USE:</a:t>
            </a:r>
          </a:p>
          <a:p>
            <a:pPr eaLnBrk="0" fontAlgn="base" hangingPunct="0">
              <a:spcAft>
                <a:spcPct val="0"/>
              </a:spcAft>
            </a:pPr>
            <a:r>
              <a:rPr lang="en-US" altLang="en-US" sz="1000" b="1" dirty="0">
                <a:solidFill>
                  <a:prstClr val="black"/>
                </a:solidFill>
                <a:latin typeface="Times New Roman" pitchFamily="18" charset="0"/>
              </a:rPr>
              <a:t>1.  MIX 1 LB WITH </a:t>
            </a:r>
            <a:r>
              <a:rPr lang="en-US" altLang="en-US" sz="1000" b="1" dirty="0" smtClean="0">
                <a:solidFill>
                  <a:prstClr val="black"/>
                </a:solidFill>
                <a:latin typeface="Times New Roman" pitchFamily="18" charset="0"/>
              </a:rPr>
              <a:t>4 </a:t>
            </a:r>
            <a:r>
              <a:rPr lang="en-US" altLang="en-US" sz="1000" b="1" dirty="0">
                <a:solidFill>
                  <a:prstClr val="black"/>
                </a:solidFill>
                <a:latin typeface="Times New Roman" pitchFamily="18" charset="0"/>
              </a:rPr>
              <a:t>GALLONS OF </a:t>
            </a:r>
            <a:r>
              <a:rPr lang="en-US" altLang="en-US" sz="1000" b="1" dirty="0" smtClean="0">
                <a:solidFill>
                  <a:prstClr val="black"/>
                </a:solidFill>
                <a:latin typeface="Times New Roman" pitchFamily="18" charset="0"/>
              </a:rPr>
              <a:t> A 50/50 BLEND OF WATER and SP-1                                                                                                                (larger </a:t>
            </a:r>
            <a:r>
              <a:rPr lang="en-US" altLang="en-US" sz="1000" b="1" dirty="0">
                <a:solidFill>
                  <a:prstClr val="black"/>
                </a:solidFill>
                <a:latin typeface="Times New Roman" pitchFamily="18" charset="0"/>
              </a:rPr>
              <a:t>root masses  will require more water for thorough coverage).</a:t>
            </a:r>
          </a:p>
          <a:p>
            <a:pPr eaLnBrk="0" fontAlgn="base" hangingPunct="0">
              <a:spcAft>
                <a:spcPct val="0"/>
              </a:spcAft>
            </a:pPr>
            <a:r>
              <a:rPr lang="en-US" altLang="en-US" sz="1000" b="1" dirty="0">
                <a:solidFill>
                  <a:prstClr val="black"/>
                </a:solidFill>
                <a:latin typeface="Times New Roman" pitchFamily="18" charset="0"/>
              </a:rPr>
              <a:t>2.  ALLOW BLEND TO STABILIZE FOR AT LEAST 1/2 HR PRIOR TO USE.</a:t>
            </a:r>
          </a:p>
          <a:p>
            <a:pPr eaLnBrk="0" fontAlgn="base" hangingPunct="0">
              <a:spcAft>
                <a:spcPct val="0"/>
              </a:spcAft>
            </a:pPr>
            <a:r>
              <a:rPr lang="en-US" altLang="en-US" sz="1000" b="1" dirty="0" smtClean="0">
                <a:solidFill>
                  <a:prstClr val="black"/>
                </a:solidFill>
                <a:latin typeface="Times New Roman" pitchFamily="18" charset="0"/>
              </a:rPr>
              <a:t>3.  IMMERSE </a:t>
            </a:r>
            <a:r>
              <a:rPr lang="en-US" altLang="en-US" sz="1000" b="1" dirty="0">
                <a:solidFill>
                  <a:prstClr val="black"/>
                </a:solidFill>
                <a:latin typeface="Times New Roman" pitchFamily="18" charset="0"/>
              </a:rPr>
              <a:t>ROOTS  IN SOLUTION PRIOR TO TRANSPLANT</a:t>
            </a:r>
            <a:r>
              <a:rPr lang="en-US" altLang="en-US" sz="1000" b="1" dirty="0" smtClean="0">
                <a:solidFill>
                  <a:prstClr val="black"/>
                </a:solidFill>
                <a:latin typeface="Times New Roman" pitchFamily="18" charset="0"/>
              </a:rPr>
              <a:t>.</a:t>
            </a:r>
          </a:p>
          <a:p>
            <a:pPr eaLnBrk="0" fontAlgn="base" hangingPunct="0">
              <a:spcAft>
                <a:spcPct val="0"/>
              </a:spcAft>
            </a:pPr>
            <a:r>
              <a:rPr lang="en-US" altLang="en-US" sz="1000" b="1" dirty="0" smtClean="0">
                <a:solidFill>
                  <a:prstClr val="black"/>
                </a:solidFill>
                <a:latin typeface="Times New Roman" pitchFamily="18" charset="0"/>
              </a:rPr>
              <a:t>4.  AGITATE WHILE DIPPING ROOTS TO KEEP PARTICLES SUSPENDED</a:t>
            </a:r>
            <a:endParaRPr lang="en-US" altLang="en-US" sz="1000" b="1" dirty="0">
              <a:solidFill>
                <a:prstClr val="black"/>
              </a:solidFill>
              <a:latin typeface="Times New Roman" pitchFamily="18" charset="0"/>
            </a:endParaRPr>
          </a:p>
          <a:p>
            <a:pPr eaLnBrk="0" fontAlgn="base" hangingPunct="0">
              <a:spcAft>
                <a:spcPct val="0"/>
              </a:spcAft>
            </a:pPr>
            <a:r>
              <a:rPr lang="en-US" altLang="en-US" sz="1000" b="1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r>
              <a:rPr lang="en-US" altLang="en-US" sz="1000" b="1" dirty="0" smtClean="0">
                <a:solidFill>
                  <a:prstClr val="black"/>
                </a:solidFill>
                <a:latin typeface="Times New Roman" pitchFamily="18" charset="0"/>
              </a:rPr>
              <a:t>.  </a:t>
            </a:r>
            <a:r>
              <a:rPr lang="en-US" altLang="en-US" sz="1000" b="1" dirty="0">
                <a:solidFill>
                  <a:prstClr val="black"/>
                </a:solidFill>
                <a:latin typeface="Times New Roman" pitchFamily="18" charset="0"/>
              </a:rPr>
              <a:t>ALWAYS WATER EACH TRANSPLANT ADEQUATELY</a:t>
            </a:r>
          </a:p>
        </p:txBody>
      </p:sp>
      <p:sp>
        <p:nvSpPr>
          <p:cNvPr id="123910" name="Rectangle 6"/>
          <p:cNvSpPr>
            <a:spLocks noChangeArrowheads="1"/>
          </p:cNvSpPr>
          <p:nvPr/>
        </p:nvSpPr>
        <p:spPr bwMode="auto">
          <a:xfrm>
            <a:off x="6705600" y="6096000"/>
            <a:ext cx="2133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b="1" dirty="0">
                <a:solidFill>
                  <a:prstClr val="black"/>
                </a:solidFill>
                <a:latin typeface="Times New Roman" pitchFamily="18" charset="0"/>
              </a:rPr>
              <a:t>AGRIENERGY RESOURCES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b="1" dirty="0">
                <a:solidFill>
                  <a:prstClr val="black"/>
                </a:solidFill>
                <a:latin typeface="Times New Roman" pitchFamily="18" charset="0"/>
              </a:rPr>
              <a:t>21417 1950 E ST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b="1" dirty="0">
                <a:solidFill>
                  <a:prstClr val="black"/>
                </a:solidFill>
                <a:latin typeface="Times New Roman" pitchFamily="18" charset="0"/>
              </a:rPr>
              <a:t>PRINCETON, IL  61356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b="1" dirty="0">
                <a:solidFill>
                  <a:prstClr val="black"/>
                </a:solidFill>
                <a:latin typeface="Times New Roman" pitchFamily="18" charset="0"/>
              </a:rPr>
              <a:t>PH 815-872-1190  FAX  815-872-1928</a:t>
            </a:r>
          </a:p>
        </p:txBody>
      </p:sp>
      <p:sp>
        <p:nvSpPr>
          <p:cNvPr id="123911" name="Text Box 7"/>
          <p:cNvSpPr txBox="1">
            <a:spLocks noChangeArrowheads="1"/>
          </p:cNvSpPr>
          <p:nvPr/>
        </p:nvSpPr>
        <p:spPr bwMode="auto">
          <a:xfrm>
            <a:off x="350067" y="6503421"/>
            <a:ext cx="4122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b="1" dirty="0" smtClean="0">
                <a:solidFill>
                  <a:prstClr val="black"/>
                </a:solidFill>
                <a:latin typeface="Times New Roman" pitchFamily="18" charset="0"/>
              </a:rPr>
              <a:t>4/18</a:t>
            </a:r>
            <a:endParaRPr lang="en-US" altLang="en-US" sz="1000" b="1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pic>
        <p:nvPicPr>
          <p:cNvPr id="123912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2057400" cy="84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3914" name="Line 10"/>
          <p:cNvSpPr>
            <a:spLocks noChangeShapeType="1"/>
          </p:cNvSpPr>
          <p:nvPr/>
        </p:nvSpPr>
        <p:spPr bwMode="auto">
          <a:xfrm>
            <a:off x="152400" y="3656350"/>
            <a:ext cx="457200" cy="4572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itchFamily="2" charset="2"/>
              <a:buChar char="n"/>
            </a:pPr>
            <a:endParaRPr lang="en-US" sz="320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 descr="See the source image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52400"/>
            <a:ext cx="1838131" cy="1143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36344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167</Words>
  <Application>Microsoft Office PowerPoint</Application>
  <PresentationFormat>On-screen Show (4:3)</PresentationFormat>
  <Paragraphs>27</Paragraphs>
  <Slides>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Theme</vt:lpstr>
      <vt:lpstr>Photo Editor Photo</vt:lpstr>
      <vt:lpstr>PowerPoint Presentation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Musselman, Ken</dc:creator>
  <cp:lastModifiedBy>Musselman, Ken</cp:lastModifiedBy>
  <cp:revision>1</cp:revision>
  <dcterms:created xsi:type="dcterms:W3CDTF">2018-04-02T16:31:34Z</dcterms:created>
  <dcterms:modified xsi:type="dcterms:W3CDTF">2018-04-02T16:33:57Z</dcterms:modified>
</cp:coreProperties>
</file>